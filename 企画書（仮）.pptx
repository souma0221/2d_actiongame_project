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  <p:sldId id="265" r:id="rId4"/>
    <p:sldId id="263" r:id="rId5"/>
    <p:sldId id="26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5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17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03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55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59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47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52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25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61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22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17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49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AFD81-A822-4762-8234-4A3B12EFB39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0F33B-6011-4BE4-97A7-833E15C7BA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62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13C51E-26AB-4544-97B9-ACCB57F7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ja-JP" sz="4800" dirty="0"/>
              <a:t>3D</a:t>
            </a:r>
            <a:r>
              <a:rPr kumimoji="1" lang="ja-JP" altLang="en-US" sz="4800" dirty="0"/>
              <a:t>アクションゲーム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1F46C9-68A9-48D3-9A3F-0F5016D9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目次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コンセプト</a:t>
            </a:r>
            <a:endParaRPr kumimoji="1" lang="en-US" altLang="ja-JP" dirty="0"/>
          </a:p>
          <a:p>
            <a:pPr algn="ctr"/>
            <a:r>
              <a:rPr lang="ja-JP" altLang="en-US" dirty="0"/>
              <a:t>ゲーム概要</a:t>
            </a:r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lang="ja-JP" altLang="en-US" dirty="0"/>
              <a:t>ゲーム設計（必要なシステム）</a:t>
            </a:r>
            <a:endParaRPr kumimoji="1" lang="en-US" altLang="ja-JP" dirty="0"/>
          </a:p>
          <a:p>
            <a:pPr algn="ctr"/>
            <a:r>
              <a:rPr lang="ja-JP" altLang="en-US" dirty="0"/>
              <a:t>ゲーム設計（全体）</a:t>
            </a:r>
            <a:endParaRPr lang="en-US" altLang="ja-JP" dirty="0"/>
          </a:p>
          <a:p>
            <a:pPr algn="ctr"/>
            <a:r>
              <a:rPr kumimoji="1" lang="ja-JP" altLang="en-US" dirty="0"/>
              <a:t>ゲーム設計（マップ）</a:t>
            </a:r>
            <a:endParaRPr kumimoji="1" lang="en-US" altLang="ja-JP" dirty="0"/>
          </a:p>
          <a:p>
            <a:pPr algn="ctr"/>
            <a:r>
              <a:rPr lang="ja-JP" altLang="en-US" dirty="0"/>
              <a:t>ゲーム設計（プレイヤー）</a:t>
            </a:r>
            <a:endParaRPr lang="en-US" altLang="ja-JP" dirty="0"/>
          </a:p>
          <a:p>
            <a:pPr algn="ctr"/>
            <a:r>
              <a:rPr kumimoji="1" lang="ja-JP" altLang="en-US" dirty="0"/>
              <a:t>ゲーム設計（エネミー）</a:t>
            </a:r>
            <a:endParaRPr kumimoji="1" lang="en-US" altLang="ja-JP" dirty="0"/>
          </a:p>
          <a:p>
            <a:pPr algn="ctr"/>
            <a:r>
              <a:rPr lang="ja-JP" altLang="en-US" dirty="0"/>
              <a:t>ゲーム設計（ボス）</a:t>
            </a:r>
            <a:endParaRPr lang="en-US" altLang="ja-JP" dirty="0"/>
          </a:p>
          <a:p>
            <a:pPr algn="ctr"/>
            <a:r>
              <a:rPr kumimoji="1" lang="ja-JP" altLang="en-US" dirty="0"/>
              <a:t>ゲーム設計（アイテム）</a:t>
            </a:r>
          </a:p>
        </p:txBody>
      </p:sp>
    </p:spTree>
    <p:extLst>
      <p:ext uri="{BB962C8B-B14F-4D97-AF65-F5344CB8AC3E}">
        <p14:creationId xmlns:p14="http://schemas.microsoft.com/office/powerpoint/2010/main" val="335370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98B093-EE9D-40B5-AA9F-0DEBED63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4800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DB995B-00EC-4E5C-B23F-F89F4D539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7" y="2637014"/>
            <a:ext cx="5915025" cy="67415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2800" dirty="0"/>
              <a:t>壊れた機械が</a:t>
            </a:r>
            <a:endParaRPr lang="en-US" altLang="ja-JP" sz="2800" dirty="0"/>
          </a:p>
          <a:p>
            <a:pPr marL="0" indent="0" algn="ctr">
              <a:buNone/>
            </a:pPr>
            <a:r>
              <a:rPr lang="ja-JP" altLang="en-US" sz="2800" dirty="0"/>
              <a:t>王国を崩壊させるゲーム</a:t>
            </a: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9865F49F-007E-4ED2-8D9F-BA131ED8E8A5}"/>
              </a:ext>
            </a:extLst>
          </p:cNvPr>
          <p:cNvSpPr txBox="1">
            <a:spLocks/>
          </p:cNvSpPr>
          <p:nvPr/>
        </p:nvSpPr>
        <p:spPr>
          <a:xfrm>
            <a:off x="471487" y="4407073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3600" dirty="0"/>
              <a:t>既存のゲーム</a:t>
            </a:r>
            <a:endParaRPr lang="en-US" altLang="ja-JP" sz="3600" dirty="0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3DC344B1-837C-4EC8-9E36-2C3B08A38F5E}"/>
              </a:ext>
            </a:extLst>
          </p:cNvPr>
          <p:cNvSpPr txBox="1">
            <a:spLocks/>
          </p:cNvSpPr>
          <p:nvPr/>
        </p:nvSpPr>
        <p:spPr>
          <a:xfrm>
            <a:off x="471487" y="6516682"/>
            <a:ext cx="2914650" cy="1914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dirty="0"/>
              <a:t>既存のゲーム</a:t>
            </a:r>
            <a:endParaRPr lang="en-US" altLang="ja-JP" dirty="0"/>
          </a:p>
          <a:p>
            <a:pPr algn="ctr"/>
            <a:r>
              <a:rPr lang="ja-JP" altLang="en-US" dirty="0"/>
              <a:t>ホロウナイト</a:t>
            </a:r>
            <a:endParaRPr lang="en-US" altLang="ja-JP" dirty="0"/>
          </a:p>
          <a:p>
            <a:pPr algn="ctr"/>
            <a:r>
              <a:rPr lang="ja-JP" altLang="en-US" dirty="0"/>
              <a:t>エンダーリリーズ</a:t>
            </a:r>
            <a:endParaRPr lang="en-US" altLang="ja-JP" dirty="0"/>
          </a:p>
          <a:p>
            <a:pPr algn="ctr"/>
            <a:r>
              <a:rPr lang="ja-JP" altLang="en-US" dirty="0"/>
              <a:t>メトロイド</a:t>
            </a:r>
            <a:endParaRPr lang="en-US" altLang="ja-JP" dirty="0"/>
          </a:p>
          <a:p>
            <a:pPr algn="ctr"/>
            <a:r>
              <a:rPr lang="ja-JP" altLang="en-US" dirty="0"/>
              <a:t>悪魔城ドラキュラ</a:t>
            </a:r>
            <a:endParaRPr lang="en-US" altLang="ja-JP" dirty="0"/>
          </a:p>
        </p:txBody>
      </p:sp>
      <p:sp>
        <p:nvSpPr>
          <p:cNvPr id="14" name="コンテンツ プレースホルダー 3">
            <a:extLst>
              <a:ext uri="{FF2B5EF4-FFF2-40B4-BE49-F238E27FC236}">
                <a16:creationId xmlns:a16="http://schemas.microsoft.com/office/drawing/2014/main" id="{44E0824A-636C-4DFF-A30F-BC99CD8C1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2" y="6516682"/>
            <a:ext cx="2914650" cy="191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ja-JP" altLang="en-US" dirty="0"/>
              <a:t>既存ゲームの特徴</a:t>
            </a:r>
            <a:endParaRPr lang="en-US" altLang="ja-JP" dirty="0"/>
          </a:p>
          <a:p>
            <a:pPr algn="ctr"/>
            <a:r>
              <a:rPr kumimoji="1" lang="ja-JP" altLang="en-US" dirty="0"/>
              <a:t>広大なマップ</a:t>
            </a:r>
            <a:endParaRPr kumimoji="1" lang="en-US" altLang="ja-JP" dirty="0"/>
          </a:p>
          <a:p>
            <a:pPr algn="ctr"/>
            <a:r>
              <a:rPr lang="ja-JP" altLang="en-US" dirty="0"/>
              <a:t>能力による進行制限</a:t>
            </a:r>
            <a:endParaRPr lang="en-US" altLang="ja-JP" dirty="0"/>
          </a:p>
          <a:p>
            <a:pPr algn="ctr"/>
            <a:r>
              <a:rPr kumimoji="1" lang="ja-JP" altLang="en-US" dirty="0"/>
              <a:t>戦闘とアクション</a:t>
            </a:r>
            <a:endParaRPr kumimoji="1" lang="en-US" altLang="ja-JP" dirty="0"/>
          </a:p>
          <a:p>
            <a:pPr algn="ctr"/>
            <a:r>
              <a:rPr lang="en-US" altLang="ja-JP" dirty="0"/>
              <a:t>RPG</a:t>
            </a:r>
            <a:r>
              <a:rPr lang="ja-JP" altLang="en-US" dirty="0"/>
              <a:t>要素</a:t>
            </a:r>
            <a:endParaRPr lang="en-US" altLang="ja-JP" dirty="0"/>
          </a:p>
          <a:p>
            <a:pPr marL="0" indent="0" algn="ctr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0589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3449A9-DAE2-4BD0-B1E0-A83584CF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ゲーム企画（システム）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85F1B0-333D-4C7A-ABEF-6DA628EE1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5915024" cy="6285266"/>
          </a:xfrm>
        </p:spPr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ウィンドウ設計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サウンドマネージャー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シーンマネージャー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あたり判定マネージャー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描画マネージャー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en-US" altLang="ja-JP" dirty="0"/>
              <a:t>UI</a:t>
            </a:r>
            <a:r>
              <a:rPr lang="ja-JP" altLang="en-US" dirty="0"/>
              <a:t>マネージャー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キャンバスマネージャー</a:t>
            </a:r>
          </a:p>
        </p:txBody>
      </p:sp>
    </p:spTree>
    <p:extLst>
      <p:ext uri="{BB962C8B-B14F-4D97-AF65-F5344CB8AC3E}">
        <p14:creationId xmlns:p14="http://schemas.microsoft.com/office/powerpoint/2010/main" val="22048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15750-CB36-41AD-BD6C-D70565B9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4400" dirty="0"/>
              <a:t>ゲーム設計（マップ）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7C464F-FF3D-432B-89C8-ADD907192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7" y="2637014"/>
            <a:ext cx="5915025" cy="6285266"/>
          </a:xfrm>
        </p:spPr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ハブを</a:t>
            </a:r>
            <a:r>
              <a:rPr lang="ja-JP" altLang="en-US" dirty="0"/>
              <a:t>用いてあまり迷わないように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8342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E1DB1-E17F-4C29-8CFF-DAE03D39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3600" dirty="0"/>
              <a:t>ゲーム設計（プレイヤー）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BA672D-5F49-4E2F-8D3A-4989D9CA7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636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609</TotalTime>
  <Words>115</Words>
  <Application>Microsoft Office PowerPoint</Application>
  <PresentationFormat>A4 210 x 297 mm</PresentationFormat>
  <Paragraphs>41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3Dアクションゲーム</vt:lpstr>
      <vt:lpstr>コンセプト</vt:lpstr>
      <vt:lpstr>ゲーム企画（システム）</vt:lpstr>
      <vt:lpstr>ゲーム設計（マップ）</vt:lpstr>
      <vt:lpstr>ゲーム設計（プレイヤー）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user</cp:lastModifiedBy>
  <cp:revision>22</cp:revision>
  <dcterms:created xsi:type="dcterms:W3CDTF">2026-03-11T02:04:15Z</dcterms:created>
  <dcterms:modified xsi:type="dcterms:W3CDTF">2026-03-11T12:16:10Z</dcterms:modified>
</cp:coreProperties>
</file>